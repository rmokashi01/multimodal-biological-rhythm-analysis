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542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Multimodal Biological Rhythm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Extracting Respiratory Waveforms from PPG using Deep Learning</a:t>
            </a:r>
          </a:p>
          <a:p>
            <a:endParaRPr/>
          </a:p>
          <a:p>
            <a:r>
              <a:t>Project Progress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Continuous respiratory monitoring is challenging:</a:t>
            </a:r>
          </a:p>
          <a:p>
            <a:pPr lvl="1"/>
            <a:r>
              <a:t>Direct measurements (capnography, chest bands) are uncomfortable, intrusive, and expensive.</a:t>
            </a:r>
          </a:p>
          <a:p>
            <a:pPr lvl="1"/>
            <a:r>
              <a:t>Photoplethysmography (PPG) is widely available via cheap wearables (smartwatches).</a:t>
            </a:r>
          </a:p>
          <a:p>
            <a:pPr lvl="1"/>
            <a:r>
              <a:t>Core Challenge: Can we extract the hidden, low-frequency respiratory rhythm directly from the optical PPG heart-rate signal using Deep Learning?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Goals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sz="2400" dirty="0"/>
              <a:t>Our roadmap defines 6 core objectives:</a:t>
            </a:r>
          </a:p>
          <a:p>
            <a:r>
              <a:rPr sz="2400" dirty="0"/>
              <a:t>1. Respiration Extraction from PPG (Phase 1)</a:t>
            </a:r>
          </a:p>
          <a:p>
            <a:r>
              <a:rPr sz="2400" dirty="0"/>
              <a:t>2. Breathing Rhythm Variability Analysis (Entropy, Fractal Scaling)</a:t>
            </a:r>
          </a:p>
          <a:p>
            <a:r>
              <a:rPr sz="2400" dirty="0"/>
              <a:t>3. Cardio-Respiratory Interaction (ECG + Breathing)</a:t>
            </a:r>
          </a:p>
          <a:p>
            <a:r>
              <a:rPr sz="2400" dirty="0"/>
              <a:t>4. Stress / Activity Impact on Breathing (using EDA/Accelerometer)</a:t>
            </a:r>
          </a:p>
          <a:p>
            <a:r>
              <a:rPr sz="2400" dirty="0"/>
              <a:t>5. Pathological vs Normal Rhythm Classification</a:t>
            </a:r>
          </a:p>
          <a:p>
            <a:r>
              <a:rPr sz="2400" dirty="0"/>
              <a:t>6. Mathematical Modeling of Respiratory Rhythm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Proposed Solution: Deep CorrEncoder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proposed an advanced Encoder-Decoder Neural Network.</a:t>
            </a:r>
          </a:p>
          <a:p>
            <a:pPr lvl="1"/>
            <a:r>
              <a:t>Deep Bottleneck Architecture: Compresses the signal to force the network to forget high-frequency heartbeat noise.</a:t>
            </a:r>
          </a:p>
          <a:p>
            <a:pPr lvl="1"/>
            <a:r>
              <a:t>Large Receptive Field: Using large kernels (31, 15, 7) and 10-second data windows (3000 samples) to capture the macroscopic 4-6 second breathing cycle.</a:t>
            </a:r>
          </a:p>
          <a:p>
            <a:pPr lvl="1"/>
            <a:r>
              <a:t>Decoder: Reconstructs the exact continuous respiration waveform.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 &amp;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are utilizing multiple multimodal datasets:</a:t>
            </a:r>
          </a:p>
          <a:p>
            <a:pPr lvl="1"/>
            <a:r>
              <a:t>CapnoBase (PhysioNet): Our MAIN dataset. High-quality PPG, ECG, and Respiration (CO2). Used for training the model.</a:t>
            </a:r>
          </a:p>
          <a:p>
            <a:pPr lvl="1"/>
            <a:r>
              <a:t>BIDMC (PhysioNet): ICU patient data. Used as an independent validation set to check model generalization.</a:t>
            </a:r>
          </a:p>
          <a:p>
            <a:pPr lvl="1"/>
            <a:r>
              <a:t>WESAD (Kaggle/UCI): Wearable Stress and Affect Detection. Contains EDA and Accelerometer data. Will be used for Objective 4 (Stress/Activity analysis).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Dive: CapnoBase Dataset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Technical Details of our primary data source:</a:t>
            </a:r>
          </a:p>
          <a:p>
            <a:r>
              <a:t>Format: Downloaded as .mat (MATLAB) files from PhysioNet.</a:t>
            </a:r>
          </a:p>
          <a:p>
            <a:r>
              <a:t>Sampling Rate (fs): Exactly 300 Hz.</a:t>
            </a:r>
          </a:p>
          <a:p>
            <a:r>
              <a:t>Extracted Signals:</a:t>
            </a:r>
          </a:p>
          <a:p>
            <a:pPr lvl="1"/>
            <a:r>
              <a:t>PPG (pleth): The main input feature.</a:t>
            </a:r>
          </a:p>
          <a:p>
            <a:pPr lvl="1"/>
            <a:r>
              <a:t>Respiration (co2): The Ground Truth target we want to predict.</a:t>
            </a:r>
          </a:p>
          <a:p>
            <a:pPr lvl="1"/>
            <a:r>
              <a:t>ECG: Saved for future Heart Rate Variability (HRV) calculations.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Signal Cleaning &amp;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Biological signals are extremely noisy. Our Phase 3 pipeline:</a:t>
            </a:r>
          </a:p>
          <a:p>
            <a:pPr lvl="1"/>
            <a:r>
              <a:t>Bandpass Filtering: Isolates physiological frequencies. We used 'sosfiltfilt' (Second-Order Sections) which is mathematically stable and prevents NaN explosions.</a:t>
            </a:r>
          </a:p>
          <a:p>
            <a:pPr lvl="1"/>
            <a:r>
              <a:t>Frequency Ranges: Respiration (0.1 - 0.5 Hz) and PPG (0.1 - 5.0 Hz).</a:t>
            </a:r>
          </a:p>
          <a:p>
            <a:pPr lvl="1"/>
            <a:r>
              <a:t>Z-Score Normalization: Scales all patient data to Mean=0, Std=1, allowing the Neural Network to focus on wave shapes rather than raw amplitude.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Overall Work Progress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we have successfully completed so far:</a:t>
            </a:r>
          </a:p>
          <a:p>
            <a:r>
              <a:t>[DONE] PHASE 0: Project Architecture Setup</a:t>
            </a:r>
          </a:p>
          <a:p>
            <a:r>
              <a:t>[DONE] PHASE 1: Dataset Acquisition (CapnoBase)</a:t>
            </a:r>
          </a:p>
          <a:p>
            <a:r>
              <a:t>[DONE] PHASE 2: Data Loading (Custom H5/MAT Extractors)</a:t>
            </a:r>
          </a:p>
          <a:p>
            <a:r>
              <a:t>[DONE] PHASE 3: Signal Preprocessing (Filtering &amp; Norm)</a:t>
            </a:r>
          </a:p>
          <a:p>
            <a:r>
              <a:t>[DONE] PHASE 4: Respiration Reconstruction (Model Training)</a:t>
            </a:r>
          </a:p>
          <a:p>
            <a:r>
              <a:t>[NEXT] PHASE 5 &amp; 6: Mathematical Feature Extraction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Step 1: The NaN Crash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Output: Model training failed instantly with Loss = NaN.</a:t>
            </a:r>
          </a:p>
          <a:p>
            <a:r>
              <a:t>What We Did:</a:t>
            </a:r>
          </a:p>
          <a:p>
            <a:pPr lvl="1"/>
            <a:r>
              <a:t>We diagnosed that the standard Butterworth filter (b,a format) was mathematically unstable for long biological signals.</a:t>
            </a:r>
          </a:p>
          <a:p>
            <a:pPr lvl="1"/>
            <a:r>
              <a:t>We upgraded the preprocessing module to use 'sos' (Second-Order Sections) format and added explicit np.nan_to_num() handlers.</a:t>
            </a:r>
          </a:p>
          <a:p>
            <a:r>
              <a:t>Result: The model stopped crashing and the loss began decreasing normally.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Step 2: Architecture Overhaul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Output: The predicted wave was highly oscillatory, mimicking the heartbeat instead of respiration.</a:t>
            </a:r>
          </a:p>
          <a:p>
            <a:r>
              <a:t>What We Did:</a:t>
            </a:r>
          </a:p>
          <a:p>
            <a:pPr lvl="1"/>
            <a:r>
              <a:t>We realized the CorrEncoder was too shallow (kernel size 5) and only had a receptive field of 0.016 seconds.</a:t>
            </a:r>
          </a:p>
          <a:p>
            <a:pPr lvl="1"/>
            <a:r>
              <a:t>We wrote and implemented a Deep Bottleneck Architecture with massive kernels (31, 15, 7) and expanded the input window to 3000 samples (10 seconds).</a:t>
            </a:r>
          </a:p>
          <a:p>
            <a:r>
              <a:t>Result: The model stopped tracking high-frequency noise and learned to see the macroscopic trend.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Step 3: Resolving Misalignment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Output: The predicted wave lost amplitude and phase-tracking due to temporal misalignment.</a:t>
            </a:r>
          </a:p>
          <a:p>
            <a:r>
              <a:t>What We Did:</a:t>
            </a:r>
          </a:p>
          <a:p>
            <a:pPr lvl="1"/>
            <a:r>
              <a:t>We discovered the 'Invisible Breathing Bug'—the PPG filter lowcut (0.5Hz) was accidentally deleting the 0.25Hz breathing envelope! We fixed it to 0.1Hz.</a:t>
            </a:r>
          </a:p>
          <a:p>
            <a:pPr lvl="1"/>
            <a:r>
              <a:t>We discovered the data windowing function was processing X and Y independently. A flat signal drop in X caused the lists to misalign, ruining the temporal mapping.</a:t>
            </a:r>
          </a:p>
          <a:p>
            <a:pPr lvl="1"/>
            <a:r>
              <a:t>We rewrote create_windows() to check both signals simultaneously.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Result: Phase 1 Success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After retraining the model on the corrected data pipeline:</a:t>
            </a:r>
          </a:p>
          <a:p>
            <a:r>
              <a:t>Loss Improvement: The training loss dropped significantly from 1.04 down to 0.32 in just 100 epochs.</a:t>
            </a:r>
          </a:p>
          <a:p>
            <a:r>
              <a:t>Reconstruction Accuracy: The predicted respiratory waveform (Red) now perfectly tracks the phase, frequency, and full amplitude of the true Capnography wave (Blue).</a:t>
            </a:r>
          </a:p>
          <a:p>
            <a:r>
              <a:t>Conclusion: Objective 1 is complete. The system can successfully extract a slow breathing rhythm from a fast PPG signal.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You!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Ready for Phase 5: Mathematical Feature Extraction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911</Words>
  <Application>Microsoft Office PowerPoint</Application>
  <PresentationFormat>On-screen Show (4:3)</PresentationFormat>
  <Paragraphs>73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Multimodal Biological Rhythm Analysis</vt:lpstr>
      <vt:lpstr>Problem Statement</vt:lpstr>
      <vt:lpstr>Project Goals &amp; Objectives</vt:lpstr>
      <vt:lpstr>Proposed Solution: Deep CorrEncoder</vt:lpstr>
      <vt:lpstr>Dataset Overview &amp; Purpose</vt:lpstr>
      <vt:lpstr>Deep Dive: CapnoBase Dataset</vt:lpstr>
      <vt:lpstr>Signal Cleaning &amp; Preprocessing</vt:lpstr>
      <vt:lpstr>Overall Work Progress</vt:lpstr>
      <vt:lpstr>Implementation Step 1: The NaN Crash</vt:lpstr>
      <vt:lpstr>Implementation Step 2: Architecture Overhaul</vt:lpstr>
      <vt:lpstr>Implementation Step 3: Resolving Misalignment</vt:lpstr>
      <vt:lpstr>Final Result: Phase 1 Success</vt:lpstr>
      <vt:lpstr>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rehan Mokashi</cp:lastModifiedBy>
  <cp:revision>2</cp:revision>
  <dcterms:created xsi:type="dcterms:W3CDTF">2013-01-27T09:14:16Z</dcterms:created>
  <dcterms:modified xsi:type="dcterms:W3CDTF">2026-05-21T19:24:59Z</dcterms:modified>
  <cp:category/>
</cp:coreProperties>
</file>